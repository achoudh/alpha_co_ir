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74" autoAdjust="0"/>
  </p:normalViewPr>
  <p:slideViewPr>
    <p:cSldViewPr snapToGrid="0" showGuides="1">
      <p:cViewPr>
        <p:scale>
          <a:sx n="100" d="100"/>
          <a:sy n="100" d="100"/>
        </p:scale>
        <p:origin x="954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05-12-2024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tmp"/><Relationship Id="rId3" Type="http://schemas.openxmlformats.org/officeDocument/2006/relationships/image" Target="../media/image15.tmp"/><Relationship Id="rId7" Type="http://schemas.openxmlformats.org/officeDocument/2006/relationships/image" Target="../media/image19.tm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tmp"/><Relationship Id="rId11" Type="http://schemas.openxmlformats.org/officeDocument/2006/relationships/image" Target="../media/image23.png"/><Relationship Id="rId5" Type="http://schemas.openxmlformats.org/officeDocument/2006/relationships/image" Target="../media/image17.tmp"/><Relationship Id="rId10" Type="http://schemas.openxmlformats.org/officeDocument/2006/relationships/image" Target="../media/image22.tmp"/><Relationship Id="rId4" Type="http://schemas.openxmlformats.org/officeDocument/2006/relationships/image" Target="../media/image16.tmp"/><Relationship Id="rId9" Type="http://schemas.openxmlformats.org/officeDocument/2006/relationships/image" Target="../media/image21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tmp"/><Relationship Id="rId4" Type="http://schemas.openxmlformats.org/officeDocument/2006/relationships/image" Target="../media/image25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Office PowerPoint</Application>
  <PresentationFormat>Widescreen</PresentationFormat>
  <Paragraphs>107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54</cp:revision>
  <dcterms:created xsi:type="dcterms:W3CDTF">2024-02-27T13:40:40Z</dcterms:created>
  <dcterms:modified xsi:type="dcterms:W3CDTF">2024-12-05T17:48:48Z</dcterms:modified>
</cp:coreProperties>
</file>